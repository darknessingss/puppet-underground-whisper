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Приветствие. Это играбельный вертикальный срез по ТЗ: шесть зон, три оружия, четыре врага и босс, Душа, пульс, свет, медитация, тела и финал.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Мир и тон. Пыль — не вирус, а голод. Куклы — технология спасения, которая превратилась в ловушку. Игрок — Ек, один из создателей.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тела, три стиля. Каждое тело теряет память — это и есть цена спасения.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цикл: исследование, свет/Душа, бой в ритме, смерть, возрождение.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Ритм — не миниигра, а экономика: идеальный удар не тратит Душу и усиливает урон. Игрок слушает сердцебиение, смотрит на кольцо и нажимает в окне 0.13 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Свет — ресурс. Медитация у синего фонаря сохраняет игру и лечит. Без света игрок слабее на 50% и теряет HP.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Метроидвания-лайт: оружие — ключи. Пистолет в Верхнем Городе, коса в Больнице, возврат в Библиотеку за баррикадой.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Ползун — давление, Плакальщик — дистанция, Ткач — контроль, Страж — щит и фланг, Кукольник — три фазы.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Линейный спуск с боковыми ответвлениями и возвратами. В срезе — шесть сцен.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Босс — проверка всех систем: ритм, свет, фланг, лечение. После победы — финальный экран.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Весь интерфейс создан кодом, без префабов. HUD минималистичен и подчинён атмосфере.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GameRoot переживает сцены; ZoneBuilder собирает тайлмап и контент; EnemyBase/AI и WeaponController — основные геймплейные классы.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Тесты: движение 3.83 м, тьма 86→77 HP, смерть/эхо, дверь, верёвка, баррикада, босс и финал. Сборка завершилась без ошибок.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Спасибо.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nu_bg_clean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crim_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94944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1417320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0" b="1">
                <a:solidFill>
                  <a:srgbClr val="E8E2D6"/>
                </a:solidFill>
                <a:latin typeface="Georgia"/>
              </a:rPr>
              <a:t>PUPPET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0604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D2AA69"/>
                </a:solidFill>
                <a:latin typeface="Segoe UI"/>
              </a:rPr>
              <a:t>ШЁПОТ ПОДЗЕМНОГО ГОРОДА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5468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AA4B0"/>
                </a:solidFill>
                <a:latin typeface="Segoe UI"/>
              </a:rPr>
              <a:t>Top-down хоррор-экшен · Souls-like · ритм пульса · свет как ресурс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60520"/>
            <a:ext cx="1280160" cy="36576"/>
          </a:xfrm>
          <a:prstGeom prst="rect">
            <a:avLst/>
          </a:prstGeom>
          <a:solidFill>
            <a:srgbClr val="BE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4348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4B0"/>
                </a:solidFill>
                <a:latin typeface="Segoe UI"/>
              </a:rPr>
              <a:t>Вертикальный срез 0.9  ·  Unity 6000.5.8f1  ·  URP 2D  · 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9E2D8"/>
                </a:solidFill>
                <a:latin typeface="Segoe UI"/>
              </a:rPr>
              <a:t>«Ты не помнишь лица. Но руки помнят.»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1_darkness.png"/>
          <p:cNvPicPr>
            <a:picLocks noChangeAspect="1"/>
          </p:cNvPicPr>
          <p:nvPr/>
        </p:nvPicPr>
        <p:blipFill>
          <a:blip r:embed="rId2"/>
          <a:srcRect l="24751" r="24751"/>
          <a:stretch>
            <a:fillRect/>
          </a:stretch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pic>
        <p:nvPicPr>
          <p:cNvPr id="4" name="Picture 3" descr="scrim_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2AA69"/>
                </a:solidFill>
                <a:latin typeface="Segoe UI"/>
              </a:rPr>
              <a:t>МИР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Georgia"/>
              </a:rPr>
              <a:t>Город, который притворяется живым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44475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AA4B0"/>
                </a:solidFill>
                <a:latin typeface="Segoe UI"/>
              </a:rPr>
              <a:t>Пыль превратила людей в Монстров. Души перенесли в кукол — и потеряли память.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8E2D6"/>
                </a:solidFill>
                <a:latin typeface="Segoe UI"/>
              </a:rPr>
              <a:t>— Шесть кругов вниз: Мастерская → Ядро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8E2D6"/>
                </a:solidFill>
                <a:latin typeface="Segoe UI"/>
              </a:rPr>
              <a:t>— Синий фонарь — единственное безопасное место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8E2D6"/>
                </a:solidFill>
                <a:latin typeface="Segoe UI"/>
              </a:rPr>
              <a:t>— Смерть — не конец, а потеря Души и памяти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16636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D2AA69"/>
                </a:solidFill>
                <a:latin typeface="Segoe UI"/>
              </a:rPr>
              <a:t>«Куклы не болеют. Куклы не стареют. Но они теряют память.»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2AA69"/>
                </a:solidFill>
                <a:latin typeface="Segoe UI"/>
              </a:rPr>
              <a:t>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Georgia"/>
              </a:rPr>
              <a:t>Тело — это класс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4475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AA4B0"/>
                </a:solidFill>
                <a:latin typeface="Segoe UI"/>
              </a:rPr>
              <a:t>Смена тела меняет HP, Душу, скорость, рывок и стиль игры.</a:t>
            </a:r>
          </a:p>
        </p:txBody>
      </p:sp>
      <p:pic>
        <p:nvPicPr>
          <p:cNvPr id="6" name="Picture 5" descr="body_lineu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0"/>
            <a:ext cx="7680960" cy="3456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233172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8E2D6"/>
                </a:solidFill>
                <a:latin typeface="Segoe UI"/>
              </a:rPr>
              <a:t>— Фарфор — 100 HP / 80 Души / 3 лечения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2D6"/>
                </a:solidFill>
                <a:latin typeface="Segoe UI"/>
              </a:rPr>
              <a:t>— Дерево — 80 / 60 / 4 лечения, рывок 0.62 c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2D6"/>
                </a:solidFill>
                <a:latin typeface="Segoe UI"/>
              </a:rPr>
              <a:t>— Плоть — 140 / 110 / 2 лечения, вампиризм 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3035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9E2D8"/>
                </a:solidFill>
                <a:latin typeface="Segoe UI"/>
              </a:rPr>
              <a:t>Открытие: 0 / 2 / 5 осколков памяти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2AA69"/>
                </a:solidFill>
                <a:latin typeface="Segoe UI"/>
              </a:rPr>
              <a:t>ЦИКЛ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Georgia"/>
              </a:rPr>
              <a:t>Спуск, свет, ритм — и снова в Мастерскую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4475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AA4B0"/>
                </a:solidFill>
                <a:latin typeface="Segoe UI"/>
              </a:rPr>
              <a:t>Смерть перезапускает зону, но оставляет эхо Души на месте гибели.</a:t>
            </a:r>
          </a:p>
        </p:txBody>
      </p:sp>
      <p:pic>
        <p:nvPicPr>
          <p:cNvPr id="6" name="Picture 5" descr="core_loo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83080"/>
            <a:ext cx="9692640" cy="46040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2AA69"/>
                </a:solidFill>
                <a:latin typeface="Segoe UI"/>
              </a:rPr>
              <a:t>ДУША И ПУЛЬС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Georgia"/>
              </a:rPr>
              <a:t>Играть нужно на слух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4475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AA4B0"/>
                </a:solidFill>
                <a:latin typeface="Segoe UI"/>
              </a:rPr>
              <a:t>Душа — сила и топливо. Пульс превращает бой в ритм.</a:t>
            </a:r>
          </a:p>
        </p:txBody>
      </p:sp>
      <p:pic>
        <p:nvPicPr>
          <p:cNvPr id="6" name="Picture 5" descr="pulse_diagram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7589520" cy="21925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205740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8E2D6"/>
                </a:solidFill>
                <a:latin typeface="Segoe UI"/>
              </a:rPr>
              <a:t>— 62–132 BPM, окно 0.13 c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2D6"/>
                </a:solidFill>
                <a:latin typeface="Segoe UI"/>
              </a:rPr>
              <a:t>— Идеальный удар: ×1.8, без траты Души, +2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2D6"/>
                </a:solidFill>
                <a:latin typeface="Segoe UI"/>
              </a:rPr>
              <a:t>— Без Души: урон −40%, свеча гаснет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2D6"/>
                </a:solidFill>
                <a:latin typeface="Segoe UI"/>
              </a:rPr>
              <a:t>— Во тьме: ещё −50% и 8 HP/с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2AA69"/>
                </a:solidFill>
                <a:latin typeface="Segoe UI"/>
              </a:rPr>
              <a:t>СВЕТ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Georgia"/>
              </a:rPr>
              <a:t>Фонарь — это чекпоинт, топливо и сила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4475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AA4B0"/>
                </a:solidFill>
                <a:latin typeface="Segoe UI"/>
              </a:rPr>
              <a:t>Медитация восполняет Душу, сохраняет игру и пересоздаёт врагов.</a:t>
            </a:r>
          </a:p>
        </p:txBody>
      </p:sp>
      <p:pic>
        <p:nvPicPr>
          <p:cNvPr id="6" name="Picture 5" descr="10_medi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5394960" cy="3034665"/>
          </a:xfrm>
          <a:prstGeom prst="rect">
            <a:avLst/>
          </a:prstGeom>
        </p:spPr>
      </p:pic>
      <p:pic>
        <p:nvPicPr>
          <p:cNvPr id="7" name="Picture 6" descr="11_dark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11680"/>
            <a:ext cx="5394960" cy="30346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9E2D8"/>
                </a:solidFill>
                <a:latin typeface="Segoe UI"/>
              </a:rPr>
              <a:t>МЕДИТАЦИЯ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52120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E3C46"/>
                </a:solidFill>
                <a:latin typeface="Segoe UI"/>
              </a:rPr>
              <a:t>ТЬМА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2AA69"/>
                </a:solidFill>
                <a:latin typeface="Segoe UI"/>
              </a:rPr>
              <a:t>БОЙ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Georgia"/>
              </a:rPr>
              <a:t>Три оружия, три способа открыть город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4475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AA4B0"/>
                </a:solidFill>
                <a:latin typeface="Segoe UI"/>
              </a:rPr>
              <a:t>Нож режет верёвки, пистолет стреляет по кнопкам, коса ломает баррикады.</a:t>
            </a:r>
          </a:p>
        </p:txBody>
      </p:sp>
      <p:pic>
        <p:nvPicPr>
          <p:cNvPr id="6" name="Picture 5" descr="08_comb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65960"/>
            <a:ext cx="7406640" cy="41662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2011680"/>
            <a:ext cx="3657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8E2D6"/>
                </a:solidFill>
                <a:latin typeface="Segoe UI"/>
              </a:rPr>
              <a:t>— Нож: 14, 0.34 c, бонус со спины ×2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2D6"/>
                </a:solidFill>
                <a:latin typeface="Segoe UI"/>
              </a:rPr>
              <a:t>— Пистолет: 16, 8 патронов, кнопки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2D6"/>
                </a:solidFill>
                <a:latin typeface="Segoe UI"/>
              </a:rPr>
              <a:t>— Коса: 34, 3 Души, баррикады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2D6"/>
                </a:solidFill>
                <a:latin typeface="Segoe UI"/>
              </a:rPr>
              <a:t>— Идеальный удар не тратит Душу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2AA69"/>
                </a:solidFill>
                <a:latin typeface="Segoe UI"/>
              </a:rPr>
              <a:t>БЕСТИАРИЙ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Georgia"/>
              </a:rPr>
              <a:t>Четыре твари и тот, кто держит нити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4475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AA4B0"/>
                </a:solidFill>
                <a:latin typeface="Segoe UI"/>
              </a:rPr>
              <a:t>У каждого — телеграф, роль и слабость.</a:t>
            </a:r>
          </a:p>
        </p:txBody>
      </p:sp>
      <p:pic>
        <p:nvPicPr>
          <p:cNvPr id="6" name="Picture 5" descr="enemy_lineup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74519"/>
            <a:ext cx="11430000" cy="37504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2AA69"/>
                </a:solidFill>
                <a:latin typeface="Segoe UI"/>
              </a:rPr>
              <a:t>СТРУКТУРА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Georgia"/>
              </a:rPr>
              <a:t>Шесть кругов вниз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4475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AA4B0"/>
                </a:solidFill>
                <a:latin typeface="Segoe UI"/>
              </a:rPr>
              <a:t>Каждая зона — отдельная сцена, собранная из ASCII-карты.</a:t>
            </a:r>
          </a:p>
        </p:txBody>
      </p:sp>
      <p:pic>
        <p:nvPicPr>
          <p:cNvPr id="6" name="Picture 5" descr="zone_map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4170844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173736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8E2D6"/>
                </a:solidFill>
                <a:latin typeface="Segoe UI"/>
              </a:rPr>
              <a:t>— Мастерская — хаб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2D6"/>
                </a:solidFill>
                <a:latin typeface="Segoe UI"/>
              </a:rPr>
              <a:t>— Верхний Город — пистолет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2D6"/>
                </a:solidFill>
                <a:latin typeface="Segoe UI"/>
              </a:rPr>
              <a:t>— Библиотека — память и возврат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2D6"/>
                </a:solidFill>
                <a:latin typeface="Segoe UI"/>
              </a:rPr>
              <a:t>— Больница — коса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2D6"/>
                </a:solidFill>
                <a:latin typeface="Segoe UI"/>
              </a:rPr>
              <a:t>— Фабрика — Стражи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2D6"/>
                </a:solidFill>
                <a:latin typeface="Segoe UI"/>
              </a:rPr>
              <a:t>— Ядро — босс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8_core.png"/>
          <p:cNvPicPr>
            <a:picLocks noChangeAspect="1"/>
          </p:cNvPicPr>
          <p:nvPr/>
        </p:nvPicPr>
        <p:blipFill>
          <a:blip r:embed="rId2"/>
          <a:srcRect l="16501" r="16501"/>
          <a:stretch>
            <a:fillRect/>
          </a:stretch>
        </p:blipFill>
        <p:spPr>
          <a:xfrm>
            <a:off x="4023360" y="0"/>
            <a:ext cx="8168335" cy="6858000"/>
          </a:xfrm>
          <a:prstGeom prst="rect">
            <a:avLst/>
          </a:prstGeom>
        </p:spPr>
      </p:pic>
      <p:pic>
        <p:nvPicPr>
          <p:cNvPr id="4" name="Picture 3" descr="scrim_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0"/>
            <a:ext cx="816833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2AA69"/>
                </a:solidFill>
                <a:latin typeface="Segoe UI"/>
              </a:rPr>
              <a:t>ФИНАЛ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Georgia"/>
              </a:rPr>
              <a:t>Первый Кукольник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44475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AA4B0"/>
                </a:solidFill>
                <a:latin typeface="Segoe UI"/>
              </a:rPr>
              <a:t>700 HP · три фазы · плеть, залп, слэм, призыв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2D6"/>
                </a:solidFill>
                <a:latin typeface="Segoe UI"/>
              </a:rPr>
              <a:t>— 1: плеть и Ползуны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2D6"/>
                </a:solidFill>
                <a:latin typeface="Segoe UI"/>
              </a:rPr>
              <a:t>— 2: залпы и телепорт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2D6"/>
                </a:solidFill>
                <a:latin typeface="Segoe UI"/>
              </a:rPr>
              <a:t>— 3: тьма и ярость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035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D2AA69"/>
                </a:solidFill>
                <a:latin typeface="Segoe UI"/>
              </a:rPr>
              <a:t>«Он всё ещё помнит твоё имя.»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2AA69"/>
                </a:solidFill>
                <a:latin typeface="Segoe UI"/>
              </a:rPr>
              <a:t>ИНТЕРФЕЙС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Georgia"/>
              </a:rPr>
              <a:t>HUD, который читается как тело куклы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4475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AA4B0"/>
                </a:solidFill>
                <a:latin typeface="Segoe UI"/>
              </a:rPr>
              <a:t>Нить, свеча, кольцо пульса, карта, журнал и выбор тела.</a:t>
            </a:r>
          </a:p>
        </p:txBody>
      </p:sp>
      <p:pic>
        <p:nvPicPr>
          <p:cNvPr id="6" name="Picture 5" descr="03_work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7498079" cy="42176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78240" y="18288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8E2D6"/>
                </a:solidFill>
                <a:latin typeface="Segoe UI"/>
              </a:rPr>
              <a:t>— HP-нить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E2D6"/>
                </a:solidFill>
                <a:latin typeface="Segoe UI"/>
              </a:rPr>
              <a:t>— Soul-свеча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E2D6"/>
                </a:solidFill>
                <a:latin typeface="Segoe UI"/>
              </a:rPr>
              <a:t>— Свет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E2D6"/>
                </a:solidFill>
                <a:latin typeface="Segoe UI"/>
              </a:rPr>
              <a:t>— Осколки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E2D6"/>
                </a:solidFill>
                <a:latin typeface="Segoe UI"/>
              </a:rPr>
              <a:t>— Оружие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E2D6"/>
                </a:solidFill>
                <a:latin typeface="Segoe UI"/>
              </a:rPr>
              <a:t>— Пульс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2AA69"/>
                </a:solidFill>
                <a:latin typeface="Segoe UI"/>
              </a:rPr>
              <a:t>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Georgia"/>
              </a:rPr>
              <a:t>Один GameRoot, данные в ScriptableObject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4475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AA4B0"/>
                </a:solidFill>
                <a:latin typeface="Segoe UI"/>
              </a:rPr>
              <a:t>Зоны собираются из ASCII, свет — URP 2D, звук синтезируется.</a:t>
            </a:r>
          </a:p>
        </p:txBody>
      </p:sp>
      <p:pic>
        <p:nvPicPr>
          <p:cNvPr id="6" name="Picture 5" descr="architectur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65960"/>
            <a:ext cx="9326880" cy="43962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2AA69"/>
                </a:solidFill>
                <a:latin typeface="Segoe UI"/>
              </a:rPr>
              <a:t>КАЧЕСТВО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Georgia"/>
              </a:rPr>
              <a:t>Собрано, проверено, играбельно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4475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AA4B0"/>
                </a:solidFill>
                <a:latin typeface="Segoe UI"/>
              </a:rPr>
              <a:t>Автотур по шести зонам и самотесты через публичные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0" b="1">
                <a:solidFill>
                  <a:srgbClr val="69E2D8"/>
                </a:solidFill>
                <a:latin typeface="Georgia"/>
              </a:rPr>
              <a:t>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AA4B0"/>
                </a:solidFill>
                <a:latin typeface="Segoe UI"/>
              </a:rPr>
              <a:t>самотестов пройдено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011680"/>
            <a:ext cx="3931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2D6"/>
                </a:solidFill>
                <a:latin typeface="Segoe UI"/>
              </a:rPr>
              <a:t>— Сборка Windows: 0 ошибок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2D6"/>
                </a:solidFill>
                <a:latin typeface="Segoe UI"/>
              </a:rPr>
              <a:t>— 128 спрайтов, 6 зон, 3 оружия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2D6"/>
                </a:solidFill>
                <a:latin typeface="Segoe UI"/>
              </a:rPr>
              <a:t>— Движение, бой, смерть, возрождение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2D6"/>
                </a:solidFill>
                <a:latin typeface="Segoe UI"/>
              </a:rPr>
              <a:t>— Кнопка, верёвка, баррикада, босс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2D6"/>
                </a:solidFill>
                <a:latin typeface="Segoe UI"/>
              </a:rPr>
              <a:t>— Сохранение и финал</a:t>
            </a:r>
          </a:p>
        </p:txBody>
      </p:sp>
      <p:pic>
        <p:nvPicPr>
          <p:cNvPr id="9" name="Picture 8" descr="19_vi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783080"/>
            <a:ext cx="3931920" cy="22117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nu_bg_clean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crim_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>
                <a:solidFill>
                  <a:srgbClr val="E8E2D6"/>
                </a:solidFill>
                <a:latin typeface="Georgia"/>
              </a:rPr>
              <a:t>СПАСИБО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D2AA69"/>
                </a:solidFill>
                <a:latin typeface="Georgia"/>
              </a:rPr>
              <a:t>PUPPET: Шёпот Подземного Города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9AA4B0"/>
                </a:solidFill>
                <a:latin typeface="Segoe UI"/>
              </a:rPr>
              <a:t>Unity 6000.5.8f1 · URP 2D · C# ·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9AA4B0"/>
                </a:solidFill>
                <a:latin typeface="Segoe UI"/>
              </a:rPr>
              <a:t>Документация, билд и исходники — в папке проекта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